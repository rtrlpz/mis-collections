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4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845" y="48"/>
      </p:cViewPr>
      <p:guideLst>
        <p:guide orient="horz" pos="2136"/>
        <p:guide pos="3840"/>
        <p:guide pos="3940"/>
        <p:guide pos="4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BBB0-B830-4425-A4E8-36AD85E9B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88E75-ED5C-476A-42D4-E8D11DDD4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20E34-8CD5-3440-28C1-B18D50B0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0434B-1B14-A604-AAA3-2DEE6017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DD66B-24C0-B2E6-71FE-BB39C57A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55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DC0A-BD9F-99D4-D405-77BA2611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074F-CF47-5A38-FDBE-5F561BF5C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70" y="1836907"/>
            <a:ext cx="1854538" cy="31841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282E-11E4-CAB0-CC58-02B01F91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8DB00-57D2-731F-BBE9-3C424D26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8DE5B-8642-F52D-5F55-ACB47BD8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8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ECA7-F5B4-6900-B362-FF027A75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0F53D-5705-B803-E8BE-D5EA2E0F6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B349-F467-9FDA-D4C6-118A7104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44D9-65A1-8331-083C-681AEA6A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D41E8-97F6-6E0D-F0AF-508F01C3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4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749B-DA47-294F-8547-4621D3B9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B262D-5FDC-B24B-9349-6252440BF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E8A6B-46C2-D756-2423-30498EA8D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49C32-2757-E153-814C-81F6519E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67ED0-D258-8256-0D57-911F2A5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2074B-B5A5-3DCB-715E-3A25F2ED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5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1FF3-A8D9-AC24-2C5F-CCED1675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E589-5774-33E4-EB6F-A9D739D20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19A36-4071-9635-0B3B-B07B2EE19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A4593-5AE7-D756-5B6F-D44B21146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85D0C-71D0-9DA4-BC6F-1DF75333F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EABF26-5943-6D01-5DF4-62072FE1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ECE7C8-C768-C3C6-AEB9-14FE4243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F1194-2356-DE9B-BF2D-1377B56C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8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5F84-FDCF-736A-5560-56D8BAF5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6F835-14FF-3A38-AA42-680ACB1C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9F8E9-D147-106F-0380-84A8202A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E93A8-B4D9-941B-E569-77FB5436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6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3F303-0939-E782-E01D-9CEF8D96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DEE71-2721-2430-9BD6-9C0CA1AF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3C340-41C0-D69D-FDE8-EFB9BCC0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7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15A2-035C-443D-985A-C8EEB18A2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463B5-5EA7-2940-9F51-3BDC78651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49641-2637-5C7A-EBAC-5929583B9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BEBF1-0641-CB8C-FA6A-2F9B985C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BDFA-BD1B-4060-7BD1-A5179E17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12645-F79B-368D-7C28-BDCCA848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7749-6A61-C49E-ADEF-0564B524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239E76-E209-7D02-5ABF-9913492FC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762C8-C324-BFCF-D7CB-F1663F4F6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CDD4D-1123-6750-6FBA-6633E609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DD380-890D-28B0-4383-D187B314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B2B0E-A0CD-098F-6DB1-41EA4461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AEBD-C9DE-20C7-8A1D-0603B571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32AF3-66C1-5D2D-E4EA-BD8B7850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0870" y="1836907"/>
            <a:ext cx="1854538" cy="318418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5BD98-6E43-3372-3C4E-66CF4D52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E630A-6ADC-5800-7538-716D9123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FDE4-D8D0-E392-D1BA-2FDBB08C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0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70D36-320C-FFAC-FE35-E0A39C149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24242-CFF0-67EF-842F-27440B4CD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913F7-8BBE-A2D6-950A-823582D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8151E-0D71-A2AA-201F-14B7D0B3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1982D-42CA-E2FF-7161-FC8FD1F1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4085-3677-4BFE-B1DF-DBD18322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3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1B2E07-73DA-BBC7-F323-818786D2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76" y="632158"/>
            <a:ext cx="5797647" cy="902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Collections MIS Report | Octubre 2025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590D9-89B4-741A-23A4-42B93F080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18E34-CE3B-461C-89C9-C94884D7DD8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CC200-D837-3096-6E86-9937553BC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Data hasta </a:t>
            </a:r>
            <a:r>
              <a:rPr lang="en-US" dirty="0" err="1"/>
              <a:t>el</a:t>
            </a:r>
            <a:r>
              <a:rPr lang="en-US" dirty="0"/>
              <a:t> 31</a:t>
            </a:r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B464C-EB32-90ED-5DE1-AE7011250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206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C5F791-BB8C-32E6-D90B-4972CC210A6C}"/>
              </a:ext>
            </a:extLst>
          </p:cNvPr>
          <p:cNvSpPr/>
          <p:nvPr/>
        </p:nvSpPr>
        <p:spPr>
          <a:xfrm>
            <a:off x="597408" y="1924360"/>
            <a:ext cx="10947358" cy="452333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14332D-5AD3-0667-BFD7-4B1CAE603141}"/>
              </a:ext>
            </a:extLst>
          </p:cNvPr>
          <p:cNvSpPr/>
          <p:nvPr/>
        </p:nvSpPr>
        <p:spPr>
          <a:xfrm>
            <a:off x="851304" y="2671800"/>
            <a:ext cx="748124" cy="327758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20B064-30A3-3759-E76D-1D39F32CBCC5}"/>
              </a:ext>
            </a:extLst>
          </p:cNvPr>
          <p:cNvSpPr/>
          <p:nvPr/>
        </p:nvSpPr>
        <p:spPr>
          <a:xfrm>
            <a:off x="1862074" y="2673245"/>
            <a:ext cx="1418183" cy="74529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FCDF19-AC41-D9D9-2321-4A3F088226F1}"/>
              </a:ext>
            </a:extLst>
          </p:cNvPr>
          <p:cNvSpPr/>
          <p:nvPr/>
        </p:nvSpPr>
        <p:spPr>
          <a:xfrm>
            <a:off x="7334783" y="2100970"/>
            <a:ext cx="4005913" cy="42287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63FAA4-5992-05B8-CEE6-6CC3D06D378D}"/>
              </a:ext>
            </a:extLst>
          </p:cNvPr>
          <p:cNvSpPr/>
          <p:nvPr/>
        </p:nvSpPr>
        <p:spPr>
          <a:xfrm>
            <a:off x="647234" y="1176920"/>
            <a:ext cx="10947358" cy="57272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pc="300" dirty="0">
                <a:solidFill>
                  <a:schemeClr val="tx2"/>
                </a:solidFill>
                <a:latin typeface="SegoeUI"/>
              </a:rPr>
              <a:t>RESUMEN EJECUTIVO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0189E7-2199-4043-59C9-2B648919AD7E}"/>
              </a:ext>
            </a:extLst>
          </p:cNvPr>
          <p:cNvSpPr/>
          <p:nvPr/>
        </p:nvSpPr>
        <p:spPr>
          <a:xfrm>
            <a:off x="647234" y="163005"/>
            <a:ext cx="10947358" cy="839201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300" dirty="0">
                <a:solidFill>
                  <a:schemeClr val="tx1"/>
                </a:solidFill>
                <a:latin typeface="SegoeUI"/>
              </a:rPr>
              <a:t>MIS COLLECTIONS</a:t>
            </a:r>
          </a:p>
          <a:p>
            <a:r>
              <a:rPr lang="en-US" sz="2000" spc="300" dirty="0">
                <a:solidFill>
                  <a:schemeClr val="tx1"/>
                </a:solidFill>
                <a:latin typeface="SegoeUI"/>
              </a:rPr>
              <a:t>Final Report - October 2025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F2AFCE-EEBA-05C2-C335-19C59BC847DD}"/>
              </a:ext>
            </a:extLst>
          </p:cNvPr>
          <p:cNvSpPr/>
          <p:nvPr/>
        </p:nvSpPr>
        <p:spPr>
          <a:xfrm>
            <a:off x="1862074" y="2100970"/>
            <a:ext cx="5210063" cy="39756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2F58A73-5859-BD5A-01CB-D46BD628EBC6}"/>
              </a:ext>
            </a:extLst>
          </p:cNvPr>
          <p:cNvSpPr/>
          <p:nvPr/>
        </p:nvSpPr>
        <p:spPr>
          <a:xfrm>
            <a:off x="1853324" y="4340692"/>
            <a:ext cx="5210063" cy="184018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C14E2E-5577-D211-1697-7B749A8B1A80}"/>
              </a:ext>
            </a:extLst>
          </p:cNvPr>
          <p:cNvSpPr/>
          <p:nvPr/>
        </p:nvSpPr>
        <p:spPr>
          <a:xfrm>
            <a:off x="3758014" y="2673245"/>
            <a:ext cx="1418183" cy="74529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CECF95-2596-D84F-59FB-850AB6838A79}"/>
              </a:ext>
            </a:extLst>
          </p:cNvPr>
          <p:cNvSpPr/>
          <p:nvPr/>
        </p:nvSpPr>
        <p:spPr>
          <a:xfrm>
            <a:off x="5653954" y="2675391"/>
            <a:ext cx="1418183" cy="74529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78B223-36C9-E003-2EAD-647771DCC789}"/>
              </a:ext>
            </a:extLst>
          </p:cNvPr>
          <p:cNvSpPr/>
          <p:nvPr/>
        </p:nvSpPr>
        <p:spPr>
          <a:xfrm>
            <a:off x="1853323" y="3768417"/>
            <a:ext cx="5210063" cy="39756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034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Paredes</dc:creator>
  <cp:lastModifiedBy>Leandro Paredes</cp:lastModifiedBy>
  <cp:revision>2</cp:revision>
  <dcterms:created xsi:type="dcterms:W3CDTF">2025-11-12T03:11:16Z</dcterms:created>
  <dcterms:modified xsi:type="dcterms:W3CDTF">2025-11-12T04:13:22Z</dcterms:modified>
</cp:coreProperties>
</file>